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011680" cy="2011680"/>
          </a:xfrm>
          <a:prstGeom prst="ellipse">
            <a:avLst/>
          </a:prstGeom>
          <a:solidFill>
            <a:srgbClr val="FFC94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577840"/>
            <a:ext cx="2194560" cy="2194560"/>
          </a:xfrm>
          <a:prstGeom prst="ellipse">
            <a:avLst/>
          </a:prstGeom>
          <a:solidFill>
            <a:srgbClr val="FFC94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SHOWTIME SHOWDOWN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ULTIMATE ENTERTAINMENT QUIZ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099816" y="3429000"/>
            <a:ext cx="868680" cy="8686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7" name="Image 0" descr="/home/claude/quiz/icon_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0926" y="3620110"/>
            <a:ext cx="486461" cy="4864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79976" y="3429000"/>
            <a:ext cx="868680" cy="8686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1" descr="/home/claude/quiz/icon_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086" y="3620110"/>
            <a:ext cx="486461" cy="48646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0136" y="3429000"/>
            <a:ext cx="868680" cy="868680"/>
          </a:xfrm>
          <a:prstGeom prst="ellipse">
            <a:avLst/>
          </a:prstGeom>
          <a:solidFill>
            <a:srgbClr val="FFC94D"/>
          </a:solidFill>
          <a:ln/>
        </p:spPr>
      </p:sp>
      <p:pic>
        <p:nvPicPr>
          <p:cNvPr id="11" name="Image 2" descr="/home/claude/quiz/icon_mus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246" y="3620110"/>
            <a:ext cx="486461" cy="48646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940296" y="3429000"/>
            <a:ext cx="868680" cy="868680"/>
          </a:xfrm>
          <a:prstGeom prst="ellipse">
            <a:avLst/>
          </a:prstGeom>
          <a:solidFill>
            <a:srgbClr val="C266FF"/>
          </a:solidFill>
          <a:ln/>
        </p:spPr>
      </p:sp>
      <p:pic>
        <p:nvPicPr>
          <p:cNvPr id="13" name="Image 3" descr="/home/claude/quiz/icon_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406" y="3620110"/>
            <a:ext cx="486461" cy="486461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220456" y="3429000"/>
            <a:ext cx="868680" cy="86868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5" name="Image 4" descr="/home/claude/quiz/icon_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566" y="3620110"/>
            <a:ext cx="486461" cy="4864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8640" y="4617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 •  SPORTS  •  MUSIC  •  TV &amp; CARTOONS  •  FUN FACTS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539996" y="534924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2E2560"/>
          </a:solidFill>
          <a:ln/>
        </p:spPr>
      </p:sp>
      <p:sp>
        <p:nvSpPr>
          <p:cNvPr id="18" name="Text 11"/>
          <p:cNvSpPr/>
          <p:nvPr/>
        </p:nvSpPr>
        <p:spPr>
          <a:xfrm>
            <a:off x="4539996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QUESTIONS  •  5 ROUNDS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into teams, grab a whiteboard or paper, and get ready to lock in your answers!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62956" cy="1600200"/>
          </a:xfrm>
          <a:prstGeom prst="roundRect">
            <a:avLst>
              <a:gd name="adj" fmla="val 6857"/>
            </a:avLst>
          </a:prstGeom>
          <a:solidFill>
            <a:srgbClr val="2E256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54580"/>
            <a:ext cx="731520" cy="7315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545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37360" y="2176272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Teams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578608"/>
            <a:ext cx="3945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small groups of 3–4 players.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7356" y="1920240"/>
            <a:ext cx="5362956" cy="1600200"/>
          </a:xfrm>
          <a:prstGeom prst="roundRect">
            <a:avLst>
              <a:gd name="adj" fmla="val 6857"/>
            </a:avLst>
          </a:prstGeom>
          <a:solidFill>
            <a:srgbClr val="2E2560"/>
          </a:solidFill>
          <a:ln/>
        </p:spPr>
      </p:sp>
      <p:sp>
        <p:nvSpPr>
          <p:cNvPr id="10" name="Shape 8"/>
          <p:cNvSpPr/>
          <p:nvPr/>
        </p:nvSpPr>
        <p:spPr>
          <a:xfrm>
            <a:off x="6551676" y="23545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3545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66076" y="2176272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Fast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66076" y="2578608"/>
            <a:ext cx="3945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question shows 4 choices — pick A, B, C, or 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62956" cy="1600200"/>
          </a:xfrm>
          <a:prstGeom prst="roundRect">
            <a:avLst>
              <a:gd name="adj" fmla="val 6857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74820"/>
            <a:ext cx="731520" cy="731520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748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37360" y="4096512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&amp; Score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498848"/>
            <a:ext cx="3945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answer is revealed — 1 point per correct answer.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7356" y="3840480"/>
            <a:ext cx="5362956" cy="1600200"/>
          </a:xfrm>
          <a:prstGeom prst="roundRect">
            <a:avLst>
              <a:gd name="adj" fmla="val 6857"/>
            </a:avLst>
          </a:prstGeom>
          <a:solidFill>
            <a:srgbClr val="2E2560"/>
          </a:solidFill>
          <a:ln/>
        </p:spPr>
      </p:sp>
      <p:sp>
        <p:nvSpPr>
          <p:cNvPr id="20" name="Shape 18"/>
          <p:cNvSpPr/>
          <p:nvPr/>
        </p:nvSpPr>
        <p:spPr>
          <a:xfrm>
            <a:off x="6551676" y="4274820"/>
            <a:ext cx="731520" cy="731520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42748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66076" y="4096512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It Up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66076" y="4498848"/>
            <a:ext cx="3945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score after 5 rounds wins bragging rights!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011680" cy="2011680"/>
          </a:xfrm>
          <a:prstGeom prst="ellipse">
            <a:avLst/>
          </a:prstGeom>
          <a:solidFill>
            <a:srgbClr val="FF6B6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577840"/>
            <a:ext cx="2194560" cy="2194560"/>
          </a:xfrm>
          <a:prstGeom prst="ellipse">
            <a:avLst/>
          </a:prstGeom>
          <a:solidFill>
            <a:srgbClr val="FF6B6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74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OF 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08676" y="2423160"/>
            <a:ext cx="1371600" cy="13716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/home/claude/quiz/icon_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2724912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77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• MOVIES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movie features the character “Jack Dawson”?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Titanic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Notebook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Gladiator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• MOVIES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movie features the character “Jack Dawson”?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Titanic</a:t>
            </a:r>
            <a:endParaRPr lang="en-US" sz="1550" dirty="0"/>
          </a:p>
        </p:txBody>
      </p:sp>
      <p:pic>
        <p:nvPicPr>
          <p:cNvPr id="13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4530852"/>
            <a:ext cx="310896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5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6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Notebook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Gladiator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• MOVIES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directed “Jurassic Park”?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Cameron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 Spielberg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Lucas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Christopher Nolan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• MOVIES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directed “Jurassic Park”?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Cameron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 Spielberg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Lucas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Christopher Nolan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• MOVIES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“The Lion King,” what is Simba's father's name?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Mufasa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Zazu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Rafiki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• MOVIES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“The Lion King,” what is Simba's father's name?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Mufasa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Zazu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Rafiki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• MOVIES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movie won the Best Picture Oscar for 2019 films?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1917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Joker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Parasite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Upon a Time in Hollywood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• MOVIES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movie won the Best Picture Oscar for 2019 films?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1917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Joker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Parasite</a:t>
            </a:r>
            <a:endParaRPr lang="en-US" sz="1550" dirty="0"/>
          </a:p>
        </p:txBody>
      </p:sp>
      <p:pic>
        <p:nvPicPr>
          <p:cNvPr id="21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5875020"/>
            <a:ext cx="310896" cy="31089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Upon a Time in Hollywood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• MOVIES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highest-grossing film of all time?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Avengers: Endgame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Titanic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Wars: The Force Awakens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• MOVIES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highest-grossing film of all time?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Avengers: Endgame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Titanic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</a:t>
            </a:r>
            <a:endParaRPr lang="en-US" sz="1550" dirty="0"/>
          </a:p>
        </p:txBody>
      </p:sp>
      <p:pic>
        <p:nvPicPr>
          <p:cNvPr id="21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5875020"/>
            <a:ext cx="310896" cy="31089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Wars: The Force Awakens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011680" cy="201168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577840"/>
            <a:ext cx="2194560" cy="219456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74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OF 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08676" y="242316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/home/claude/quiz/icon_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2724912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77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• SPORTS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players does a soccer team have on the field, including the goalkeeper?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• SPORTS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players does a soccer team have on the field, including the goalkeeper?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50" dirty="0"/>
          </a:p>
        </p:txBody>
      </p:sp>
      <p:pic>
        <p:nvPicPr>
          <p:cNvPr id="21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5875020"/>
            <a:ext cx="310896" cy="31089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• SPORTS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which sport would you perform a “slam dunk”?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Volleyball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Basketball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Badminton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• SPORTS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which sport would you perform a “slam dunk”?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Volleyball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Basketball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Badminton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• SPORTS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rings are on the Olympic flag?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• SPORTS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rings are on the Olympic flag?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• SPORTS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country won the FIFA World Cup in 2022?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Argentina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• SPORTS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country won the FIFA World Cup in 2022?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Argentina</a:t>
            </a:r>
            <a:endParaRPr lang="en-US" sz="1550" dirty="0"/>
          </a:p>
        </p:txBody>
      </p:sp>
      <p:pic>
        <p:nvPicPr>
          <p:cNvPr id="21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5875020"/>
            <a:ext cx="310896" cy="31089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• SPORTS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tennis, what is a score of zero called?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Deuce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• SPORTS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tennis, what is a score of zero called?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Deuce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011680" cy="2011680"/>
          </a:xfrm>
          <a:prstGeom prst="ellipse">
            <a:avLst/>
          </a:prstGeom>
          <a:solidFill>
            <a:srgbClr val="FFC94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577840"/>
            <a:ext cx="2194560" cy="2194560"/>
          </a:xfrm>
          <a:prstGeom prst="ellipse">
            <a:avLst/>
          </a:prstGeom>
          <a:solidFill>
            <a:srgbClr val="FFC94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74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OF 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08676" y="2423160"/>
            <a:ext cx="1371600" cy="1371600"/>
          </a:xfrm>
          <a:prstGeom prst="ellipse">
            <a:avLst/>
          </a:prstGeom>
          <a:solidFill>
            <a:srgbClr val="FFC94D"/>
          </a:solidFill>
          <a:ln/>
        </p:spPr>
      </p:sp>
      <p:pic>
        <p:nvPicPr>
          <p:cNvPr id="6" name="Image 0" descr="/home/claude/quiz/icon_mu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2724912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77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• MUSIC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11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known as the “King of Pop”?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Elvis Presley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Jackson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Justin Timberlake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• MUSIC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11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known as the “King of Pop”?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Elvis Presley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Jackson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Justin Timberlake</a:t>
            </a:r>
            <a:endParaRPr lang="en-US" sz="1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• MUSIC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12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instrument has 88 keys?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Guitar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Violin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Flute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• MUSIC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12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instrument has 88 keys?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Guitar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Violin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</a:t>
            </a:r>
            <a:endParaRPr lang="en-US" sz="1550" dirty="0"/>
          </a:p>
        </p:txBody>
      </p:sp>
      <p:pic>
        <p:nvPicPr>
          <p:cNvPr id="21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5875020"/>
            <a:ext cx="310896" cy="31089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Flute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• MUSIC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13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band released the album “Abbey Road”?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Rolling Stones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Beatles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Pink Floyd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• MUSIC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13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band released the album “Abbey Road”?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Rolling Stones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Beatles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Queen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Pink Floyd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• MUSIC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14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music streaming app uses a green circle logo?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Music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Music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Tidal</a:t>
            </a:r>
            <a:endParaRPr lang="en-US" sz="1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• MUSIC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14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music streaming app uses a green circle logo?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Music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Music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Tidal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• MUSIC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15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singer released the album “1989”?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Ariana Grande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Swift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Beyoncé</a:t>
            </a:r>
            <a:endParaRPr lang="en-US" sz="1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• MUSIC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15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singer released the album “1989”?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Ariana Grande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Swift</a:t>
            </a:r>
            <a:endParaRPr lang="en-US" sz="1550" dirty="0"/>
          </a:p>
        </p:txBody>
      </p:sp>
      <p:pic>
        <p:nvPicPr>
          <p:cNvPr id="21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5875020"/>
            <a:ext cx="310896" cy="31089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Beyoncé</a:t>
            </a:r>
            <a:endParaRPr lang="en-US" sz="15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011680" cy="2011680"/>
          </a:xfrm>
          <a:prstGeom prst="ellipse">
            <a:avLst/>
          </a:prstGeom>
          <a:solidFill>
            <a:srgbClr val="C266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577840"/>
            <a:ext cx="2194560" cy="2194560"/>
          </a:xfrm>
          <a:prstGeom prst="ellipse">
            <a:avLst/>
          </a:prstGeom>
          <a:solidFill>
            <a:srgbClr val="C266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74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2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OF 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08676" y="2423160"/>
            <a:ext cx="1371600" cy="1371600"/>
          </a:xfrm>
          <a:prstGeom prst="ellipse">
            <a:avLst/>
          </a:prstGeom>
          <a:solidFill>
            <a:srgbClr val="C266FF"/>
          </a:solidFill>
          <a:ln/>
        </p:spPr>
      </p:sp>
      <p:pic>
        <p:nvPicPr>
          <p:cNvPr id="6" name="Image 0" descr="/home/claude/quiz/icon_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2724912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77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&amp; CARTOONS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C2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• TV &amp; CARTOONS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16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name of SpongeBob's pet snail?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Patrick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Squidward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</a:t>
            </a:r>
            <a:endParaRPr lang="en-US" sz="15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C2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• TV &amp; CARTOONS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16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name of SpongeBob's pet snail?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</a:t>
            </a:r>
            <a:endParaRPr lang="en-US" sz="1550" dirty="0"/>
          </a:p>
        </p:txBody>
      </p:sp>
      <p:pic>
        <p:nvPicPr>
          <p:cNvPr id="13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4530852"/>
            <a:ext cx="310896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5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6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Patrick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Squidward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C2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• TV &amp; CARTOONS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17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“Friends,” what is the name of Ross's pet monkey?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Marcel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15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C2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• TV &amp; CARTOONS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17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“Friends,” what is the name of Ross's pet monkey?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Marcel</a:t>
            </a:r>
            <a:endParaRPr lang="en-US" sz="1550" dirty="0"/>
          </a:p>
        </p:txBody>
      </p:sp>
      <p:pic>
        <p:nvPicPr>
          <p:cNvPr id="13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4530852"/>
            <a:ext cx="310896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5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6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1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C2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• TV &amp; CARTOONS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18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show features a chemistry teacher turned drug manufacturer?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Call Saul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Bad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Ozark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Narcos</a:t>
            </a:r>
            <a:endParaRPr lang="en-US" sz="15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C2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• TV &amp; CARTOONS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18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show features a chemistry teacher turned drug manufacturer?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Call Saul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Bad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Ozark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Narcos</a:t>
            </a:r>
            <a:endParaRPr lang="en-US" sz="15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C2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• TV &amp; CARTOONS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19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name of the coffee shop in “Friends”?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Perk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House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Grind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</a:t>
            </a:r>
            <a:endParaRPr lang="en-US" sz="15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C2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• TV &amp; CARTOONS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19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name of the coffee shop in “Friends”?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Perk</a:t>
            </a:r>
            <a:endParaRPr lang="en-US" sz="1550" dirty="0"/>
          </a:p>
        </p:txBody>
      </p:sp>
      <p:pic>
        <p:nvPicPr>
          <p:cNvPr id="13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4530852"/>
            <a:ext cx="310896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5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6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House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Grind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</a:t>
            </a:r>
            <a:endParaRPr lang="en-US" sz="15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C2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• TV &amp; CARTOONS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20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“Tom and Jerry,” what type of animal is Jerry?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C2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</a:t>
            </a:r>
            <a:endParaRPr lang="en-US" sz="15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C2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 • TV &amp; CARTOONS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20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“Tom and Jerry,” what type of animal is Jerry?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</a:t>
            </a:r>
            <a:endParaRPr lang="en-US" sz="15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011680" cy="2011680"/>
          </a:xfrm>
          <a:prstGeom prst="ellipse">
            <a:avLst/>
          </a:prstGeom>
          <a:solidFill>
            <a:srgbClr val="5B8DE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577840"/>
            <a:ext cx="2194560" cy="2194560"/>
          </a:xfrm>
          <a:prstGeom prst="ellipse">
            <a:avLst/>
          </a:prstGeom>
          <a:solidFill>
            <a:srgbClr val="5B8DE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74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OF 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08676" y="2423160"/>
            <a:ext cx="1371600" cy="137160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6" name="Image 0" descr="/home/claude/quiz/icon_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2724912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77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FUN FACTS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41448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• MIXED FUN 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21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fastest land animal?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Cheetah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Greyhound</a:t>
            </a:r>
            <a:endParaRPr lang="en-US" sz="15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41448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• MIXED FUN 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21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fastest land animal?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Lion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Cheetah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Horse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Greyhound</a:t>
            </a:r>
            <a:endParaRPr lang="en-US" sz="15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41448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• MIXED FUN 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22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colors are in a rainbow?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41448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• MIXED FUN 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22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colors are in a rainbow?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50" dirty="0"/>
          </a:p>
        </p:txBody>
      </p:sp>
      <p:pic>
        <p:nvPicPr>
          <p:cNvPr id="21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5875020"/>
            <a:ext cx="310896" cy="31089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41448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• MIXED FUN 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23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largest ocean on Earth?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Arctic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</a:t>
            </a:r>
            <a:endParaRPr lang="en-US" sz="15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41448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• MIXED FUN 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23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largest ocean on Earth?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Arctic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22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23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</a:t>
            </a:r>
            <a:endParaRPr lang="en-US" sz="1550" dirty="0"/>
          </a:p>
        </p:txBody>
      </p:sp>
      <p:pic>
        <p:nvPicPr>
          <p:cNvPr id="25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5875020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41448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• MIXED FUN 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24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planet is known as the Red Planet?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Jupiter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Saturn</a:t>
            </a:r>
            <a:endParaRPr lang="en-US" sz="15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41448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• MIXED FUN 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24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planet is known as the Red Planet?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</a:t>
            </a:r>
            <a:endParaRPr lang="en-US" sz="1550" dirty="0"/>
          </a:p>
        </p:txBody>
      </p:sp>
      <p:pic>
        <p:nvPicPr>
          <p:cNvPr id="17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453085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Jupiter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Saturn</a:t>
            </a:r>
            <a:endParaRPr lang="en-US" sz="15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41448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• MIXED FUN 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25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call a group of lions?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00900" y="4160520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Herd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Pride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E2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00900" y="5504688"/>
            <a:ext cx="42565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Flock</a:t>
            </a:r>
            <a:endParaRPr lang="en-US" sz="15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41448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5 • MIXED FUN 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25 /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call a group of lions?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3DDC97"/>
          </a:solidFill>
          <a:ln/>
        </p:spPr>
      </p:sp>
      <p:pic>
        <p:nvPicPr>
          <p:cNvPr id="7" name="Image 0" descr="/home/claude/quiz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729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40780" y="4160520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1948" y="4393692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948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0900" y="4160520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3DDC97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737860"/>
            <a:ext cx="585216" cy="585216"/>
          </a:xfrm>
          <a:prstGeom prst="ellipse">
            <a:avLst/>
          </a:prstGeom>
          <a:solidFill>
            <a:srgbClr val="1B1442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Pride</a:t>
            </a:r>
            <a:endParaRPr lang="en-US" sz="1550" dirty="0"/>
          </a:p>
        </p:txBody>
      </p:sp>
      <p:pic>
        <p:nvPicPr>
          <p:cNvPr id="21" name="Image 1" descr="/home/claude/quiz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5875020"/>
            <a:ext cx="310896" cy="31089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40780" y="5504688"/>
            <a:ext cx="5399532" cy="1051560"/>
          </a:xfrm>
          <a:prstGeom prst="roundRect">
            <a:avLst>
              <a:gd name="adj" fmla="val 8696"/>
            </a:avLst>
          </a:prstGeom>
          <a:solidFill>
            <a:srgbClr val="241C4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1948" y="5737860"/>
            <a:ext cx="585216" cy="585216"/>
          </a:xfrm>
          <a:prstGeom prst="ellipse">
            <a:avLst/>
          </a:prstGeom>
          <a:solidFill>
            <a:srgbClr val="6A6296"/>
          </a:solidFill>
          <a:ln/>
        </p:spPr>
      </p:sp>
      <p:sp>
        <p:nvSpPr>
          <p:cNvPr id="24" name="Text 20"/>
          <p:cNvSpPr/>
          <p:nvPr/>
        </p:nvSpPr>
        <p:spPr>
          <a:xfrm>
            <a:off x="6441948" y="57378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200900" y="5504688"/>
            <a:ext cx="41650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A6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Flock</a:t>
            </a:r>
            <a:endParaRPr lang="en-US" sz="15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011680" cy="2011680"/>
          </a:xfrm>
          <a:prstGeom prst="ellipse">
            <a:avLst/>
          </a:prstGeom>
          <a:solidFill>
            <a:srgbClr val="FFC94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577840"/>
            <a:ext cx="2194560" cy="2194560"/>
          </a:xfrm>
          <a:prstGeom prst="ellipse">
            <a:avLst/>
          </a:prstGeom>
          <a:solidFill>
            <a:srgbClr val="FFC94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PLAYING!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 your team's score — highest total wins!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19856" y="3840480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7" name="Image 0" descr="/home/claude/quiz/icon_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0849" y="4011473"/>
            <a:ext cx="435254" cy="43525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62856" y="384048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1" descr="/home/claude/quiz/icon_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849" y="4011473"/>
            <a:ext cx="435254" cy="43525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05856" y="3840480"/>
            <a:ext cx="777240" cy="777240"/>
          </a:xfrm>
          <a:prstGeom prst="ellipse">
            <a:avLst/>
          </a:prstGeom>
          <a:solidFill>
            <a:srgbClr val="FFC94D"/>
          </a:solidFill>
          <a:ln/>
        </p:spPr>
      </p:sp>
      <p:pic>
        <p:nvPicPr>
          <p:cNvPr id="11" name="Image 2" descr="/home/claude/quiz/icon_mus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849" y="4011473"/>
            <a:ext cx="435254" cy="43525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48856" y="3840480"/>
            <a:ext cx="777240" cy="777240"/>
          </a:xfrm>
          <a:prstGeom prst="ellipse">
            <a:avLst/>
          </a:prstGeom>
          <a:solidFill>
            <a:srgbClr val="C266FF"/>
          </a:solidFill>
          <a:ln/>
        </p:spPr>
      </p:sp>
      <p:pic>
        <p:nvPicPr>
          <p:cNvPr id="13" name="Image 3" descr="/home/claude/quiz/icon_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849" y="4011473"/>
            <a:ext cx="435254" cy="43525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991856" y="3840480"/>
            <a:ext cx="777240" cy="77724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5" name="Image 4" descr="/home/claude/quiz/icon_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849" y="4011473"/>
            <a:ext cx="435254" cy="4352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2026-07-10T06:07:42Z</dcterms:created>
  <dcterms:modified xsi:type="dcterms:W3CDTF">2026-07-10T06:07:42Z</dcterms:modified>
</cp:coreProperties>
</file>